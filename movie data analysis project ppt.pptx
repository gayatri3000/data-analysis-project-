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4660"/>
  </p:normalViewPr>
  <p:slideViewPr>
    <p:cSldViewPr snapToGrid="0">
      <p:cViewPr>
        <p:scale>
          <a:sx n="149" d="100"/>
          <a:sy n="149" d="100"/>
        </p:scale>
        <p:origin x="57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19-01-2026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19-01-2026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19-01-2026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19-01-2026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19-01-2026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19-01-2026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19-01-2026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2612" y="172120"/>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911736"/>
            <a:ext cx="7835704" cy="707886"/>
          </a:xfrm>
          <a:prstGeom prst="rect">
            <a:avLst/>
          </a:prstGeom>
          <a:noFill/>
        </p:spPr>
        <p:txBody>
          <a:bodyPr wrap="square" rtlCol="0">
            <a:spAutoFit/>
          </a:bodyPr>
          <a:lstStyle/>
          <a:p>
            <a:pPr algn="ctr"/>
            <a:r>
              <a:rPr lang="en-IN" sz="4000" b="1" dirty="0">
                <a:solidFill>
                  <a:schemeClr val="bg1"/>
                </a:solidFill>
              </a:rPr>
              <a:t>Movie Data Analysis -  Full Project</a:t>
            </a:r>
          </a:p>
        </p:txBody>
      </p:sp>
      <p:sp>
        <p:nvSpPr>
          <p:cNvPr id="14" name="TextBox 13">
            <a:extLst>
              <a:ext uri="{FF2B5EF4-FFF2-40B4-BE49-F238E27FC236}">
                <a16:creationId xmlns:a16="http://schemas.microsoft.com/office/drawing/2014/main" id="{E58D8020-8E8B-FA1F-8580-418955E6CAE9}"/>
              </a:ext>
            </a:extLst>
          </p:cNvPr>
          <p:cNvSpPr txBox="1"/>
          <p:nvPr/>
        </p:nvSpPr>
        <p:spPr>
          <a:xfrm>
            <a:off x="1798111" y="2814691"/>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Science &amp; Data Analyst</a:t>
            </a: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8592" y="3147888"/>
            <a:ext cx="3739525" cy="2103483"/>
          </a:xfrm>
          <a:prstGeom prst="rect">
            <a:avLst/>
          </a:prstGeom>
        </p:spPr>
      </p:pic>
      <p:sp>
        <p:nvSpPr>
          <p:cNvPr id="3" name="TextBox 2">
            <a:extLst>
              <a:ext uri="{FF2B5EF4-FFF2-40B4-BE49-F238E27FC236}">
                <a16:creationId xmlns:a16="http://schemas.microsoft.com/office/drawing/2014/main" id="{2CF535A4-B4BE-42E8-AC2D-D5EE8C726C8E}"/>
              </a:ext>
            </a:extLst>
          </p:cNvPr>
          <p:cNvSpPr txBox="1"/>
          <p:nvPr/>
        </p:nvSpPr>
        <p:spPr>
          <a:xfrm>
            <a:off x="7634921" y="4761136"/>
            <a:ext cx="2065393" cy="276999"/>
          </a:xfrm>
          <a:prstGeom prst="rect">
            <a:avLst/>
          </a:prstGeom>
          <a:noFill/>
        </p:spPr>
        <p:txBody>
          <a:bodyPr wrap="square" rtlCol="0">
            <a:spAutoFit/>
          </a:bodyPr>
          <a:lstStyle/>
          <a:p>
            <a:r>
              <a:rPr lang="en-US" sz="1200" dirty="0">
                <a:solidFill>
                  <a:schemeClr val="bg1"/>
                </a:solidFill>
              </a:rPr>
              <a:t>By : Gayatri Shinde</a:t>
            </a:r>
            <a:endParaRPr lang="en-IN" sz="1200" dirty="0">
              <a:solidFill>
                <a:schemeClr val="bg1"/>
              </a:solidFill>
            </a:endParaRPr>
          </a:p>
        </p:txBody>
      </p:sp>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3168114" y="896183"/>
            <a:ext cx="3017479" cy="4247317"/>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0585" y="1320718"/>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09792" y="147693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246" y="3105632"/>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18346" y="690305"/>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346" y="156228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629549" y="1851981"/>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4185744" y="985288"/>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1400884"/>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58529" y="1735318"/>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1863207" y="759227"/>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22625" y="296472"/>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4167" y="1517176"/>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379166" y="799300"/>
            <a:ext cx="4682006" cy="388311"/>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83229" y="239443"/>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193431" y="1533358"/>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avg column?</a:t>
            </a: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9548</TotalTime>
  <Words>382</Words>
  <Application>Microsoft Office PowerPoint</Application>
  <PresentationFormat>On-screen Show (16:9)</PresentationFormat>
  <Paragraphs>21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Gayatri Shinde</cp:lastModifiedBy>
  <cp:revision>1412</cp:revision>
  <dcterms:created xsi:type="dcterms:W3CDTF">2022-12-29T08:52:07Z</dcterms:created>
  <dcterms:modified xsi:type="dcterms:W3CDTF">2026-01-18T19:53:32Z</dcterms:modified>
</cp:coreProperties>
</file>